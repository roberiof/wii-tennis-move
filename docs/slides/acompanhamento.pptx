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Novo integrante: Tony. Desde a última aula, focamos em um jogo só: tênis controlado pelo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detecção do efeito usa a direção vertical do swing. É a parte do sensor com mais risco; vamos testar cedo e simplificar se ficar ruidosa entre celulares.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Mockup, não é captura do jogo. Mostra a ideia: o jogador vê a quadra de trás do seu personagem e usa o celular como raquete.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Mockup, não é captura do jogo. No modo multiplayer, a tela do PC se divide: P1 na metade esquerda, P2 na metade direita, cada um com o próprio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 descr="Jogos Digitais 2026.2 • Acompanhamento Wii Move Tênis no navegador. O celular é a raquete. Equipe Antonio Robério Barreto Oliveira Filho • Eric Bezerra Londres Barreto • Gabriel Ayres Mateus Henrique Ataide de Lima • Tony [sobrenome]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 descr="A crítica e o que decidimos Havia a crítica Focar em um jogo só, em vez de dois minijogos. Resolvemos assim Um jogo de tênis, com o celular como raquete. Single player contra a CPU e multiplayer 1v1 com tela dividida. Mantido da proposta: jogo no navegador do PC, conexão por QR code ou código de sala, calibração. Wii Move • Acompanhamento semanal •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 descr="O celular é a raquete 01 Swing O movimento do braço rebate a bola. O tempo do golpe decide o acerto. 02 Força A velocidade do swing define a força da bola. 03 Direção Forehand ou backhand mudam o lado da jogada. 04 Movimento O personagem corre sozinho até a bola. O jogador só se preocupa com o golpe. Celular com interface mínima: cor do jogador e botão de recentralizar. O jogo inteiro acontece na tela do PC. Wii Move • Acompanhamento semanal •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 descr="Efeitos: o tipo de swing muda a bola Topspin Swing de baixo para cima A bola cai rápido e quica alto. Slice Swing de cima para baixo A bola vem baixa e mais lenta. Lob Swing suave para cima A bola sobe e passa por cima do adversário. Profundidade sem conteúdo novo: o mesmo gesto, lido com mais detalhe, vira uma escolha tática. Wii Move • Acompanhamento semanal •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 descr="Demo: single player Mockup conceitual. Tela inteira, jogador contra a CPU. VOCÊ 15 • 30 CPU Navegador do PC Tela do celular: só a cor do jogador e o botão de recentralizar. Swing no tempo certo: rebate. Swing mais rápido: bola mais forte. Personagem corre sozinho. Wii Move • Acompanhamento semanal •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 descr="Demo: multiplayer com tela dividida Mockup conceitual. Jogador 1 à esquerda, jogador 2 à direita. P1 15 • 30 P2 P1 P2 P1 P2 Cada um vê a quadra de trás do seu personagem. Placar compartilhado no centro. Cada celular é uma raquete. Wii Move • Acompanhamento semanal •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 descr="Modos de jogo Modo Como funciona Partida rápida Single player contra a CPU ou multiplayer 1v1 com tela dividida Treino com alvos Alvos na quadra: acertar com a força e a direção certas. Serve de tutorial Paredão Rebater contra a parede enquanto a bola acelera. Objetivo: bater o recorde Torneio Chave contra 3 ou 4 CPUs com estilos diferentes: sacador, defensor, jogador de rede Todos os modos usam o mesmo sistema de golpe. Formato da partida: curto, [a definir]. Conexão por QR code ou código de sala. Wii Move • Acompanhamento semanal •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 descr="Persona: o que mudou Lucas continua jogando sozinho entre os estudos. Agora também desafia um amigo. Mesmo notebook, cada um com seu celular, sem controle e sem instalar nada. Wii Move • Acompanhamento semanal •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 descr="Avanço de implementação Feito [O que já está implementado, ex.: conexão celular ↔ PC] Em andamento [Ex.: detector de swing testado em 2 a 3 celulares] Próximo [Ex.: quadra, bola e primeiro rebote] A infraestrutura de conexão e sensores serve para o tênis sem mudanças. Wii Move • Acompanhamento semanal •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 descr="Cronograma revisado: 8 semanas Semana Entrega S1 Conexão celular ↔ PC (sala, QR code) e detector de swing em 2 a 3 celulares S2 Quadra, bola e física básica; personagem corre sozinho até a bola S3 Golpe: timing, força e direção. Treino com alvos, que serve de tutorial S4 Regras, placar e CPU; Paredão. Primeiro teste com colegas S5 Multiplayer 1v1 com tela dividida S6 Efeitos (topspin, slice, lob) e Torneio com CPUs de estilos diferentes S7 Arte, sons e testes com jogadores e celulares diferentes S8 Correções, documentação e demonstração. Reserva para imprevistos Wii Move • Acompanhamento semanal •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Wii Move — Acompanhamento</dc:title>
  <dc:subject/>
  <dc:creator/>
  <cp:lastModifiedBy/>
  <cp:revision>1</cp:revision>
  <dcterms:created xsi:type="dcterms:W3CDTF">2026-10-09T19:07:39Z</dcterms:created>
  <dcterms:modified xsi:type="dcterms:W3CDTF">2026-10-09T19:07:39Z</dcterms:modified>
</cp:coreProperties>
</file>